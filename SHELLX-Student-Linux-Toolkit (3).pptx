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Brygada 1918 Bold"/>
      <p:regular r:id="rId201314"/>
    </p:embeddedFont>
    <p:embeddedFont>
      <p:font typeface="Montserrat Medium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5C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6.png"/><Relationship Id="rId9" Type="http://schemas.openxmlformats.org/officeDocument/2006/relationships/image" Target="../media/image-6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D152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005" y="499963"/>
            <a:ext cx="4393396" cy="58580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68" y="962567"/>
            <a:ext cx="6371073" cy="11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SHELLX – Student Linux Toolkit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24368" y="2218108"/>
            <a:ext cx="6371073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D9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Final Project Review | OSSP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624368" y="2778026"/>
            <a:ext cx="3096341" cy="1617166"/>
          </a:xfrm>
          <a:prstGeom prst="roundRect">
            <a:avLst>
              <a:gd name="adj" fmla="val 1655"/>
            </a:avLst>
          </a:prstGeom>
          <a:solidFill>
            <a:srgbClr val="4D1529"/>
          </a:solidFill>
          <a:ln/>
        </p:spPr>
      </p:sp>
      <p:sp>
        <p:nvSpPr>
          <p:cNvPr id="7" name="Text 4"/>
          <p:cNvSpPr/>
          <p:nvPr/>
        </p:nvSpPr>
        <p:spPr>
          <a:xfrm>
            <a:off x="802759" y="2956421"/>
            <a:ext cx="2739560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Problem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02759" y="3360737"/>
            <a:ext cx="2739560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Linux utilities scattered; steep learning curve for beginners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99100" y="2778026"/>
            <a:ext cx="3096341" cy="1617166"/>
          </a:xfrm>
          <a:prstGeom prst="roundRect">
            <a:avLst>
              <a:gd name="adj" fmla="val 1655"/>
            </a:avLst>
          </a:prstGeom>
          <a:solidFill>
            <a:srgbClr val="4D1529"/>
          </a:solidFill>
          <a:ln/>
        </p:spPr>
      </p:sp>
      <p:sp>
        <p:nvSpPr>
          <p:cNvPr id="10" name="Text 7"/>
          <p:cNvSpPr/>
          <p:nvPr/>
        </p:nvSpPr>
        <p:spPr>
          <a:xfrm>
            <a:off x="4077491" y="2956421"/>
            <a:ext cx="2739560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Solution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077491" y="3360737"/>
            <a:ext cx="2739560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Unified, menu-driven terminal toolkit in C for Linux/Ubuntu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4368" y="4573587"/>
            <a:ext cx="6371073" cy="1331813"/>
          </a:xfrm>
          <a:prstGeom prst="roundRect">
            <a:avLst>
              <a:gd name="adj" fmla="val 2009"/>
            </a:avLst>
          </a:prstGeom>
          <a:solidFill>
            <a:srgbClr val="4D1529"/>
          </a:solidFill>
          <a:ln/>
        </p:spPr>
      </p:sp>
      <p:sp>
        <p:nvSpPr>
          <p:cNvPr id="13" name="Text 10"/>
          <p:cNvSpPr/>
          <p:nvPr/>
        </p:nvSpPr>
        <p:spPr>
          <a:xfrm>
            <a:off x="802759" y="4751983"/>
            <a:ext cx="6014292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Outcome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02759" y="5156299"/>
            <a:ext cx="6014292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Lightweight, modular app — file management, system info, notes, calculator &amp; more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938755"/>
            <a:ext cx="10942959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Problem, Objective &amp; Solution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2086372"/>
            <a:ext cx="3547180" cy="354726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3060" y="1991618"/>
            <a:ext cx="2201212" cy="37368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18448" y="2195413"/>
            <a:ext cx="169203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D9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Problem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18448" y="2671167"/>
            <a:ext cx="1692034" cy="228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Beginners struggle to recall Linux commands; utilities are fragmented across the system with no unified entry point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2663" y="1991618"/>
            <a:ext cx="2201311" cy="37368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98051" y="2195413"/>
            <a:ext cx="1692133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D9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Objective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298051" y="2671167"/>
            <a:ext cx="1692133" cy="228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Build a lightweight C-based toolkit with a simple menu interface, modular architecture, and deep system integration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2366" y="1991618"/>
            <a:ext cx="2201212" cy="37368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753" y="2195413"/>
            <a:ext cx="169203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D9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Solution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753" y="2671167"/>
            <a:ext cx="1692034" cy="2853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ShellX unifies file management, command execution, notes, calculations, system info, and password generation in one terminal application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856693"/>
            <a:ext cx="10942959" cy="565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System Architecture &amp; Project Structure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92" y="2317452"/>
            <a:ext cx="6619709" cy="30295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47552" y="2698988"/>
            <a:ext cx="1561966" cy="19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Functional Modules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47552" y="2946306"/>
            <a:ext cx="1614031" cy="285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File manager, runners, utilities, core services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55144" y="3694767"/>
            <a:ext cx="1483868" cy="19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ShellX Menu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5144" y="3942084"/>
            <a:ext cx="1483868" cy="285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Menu dispatcher and UI (ANSI colors)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47552" y="4208927"/>
            <a:ext cx="1561966" cy="19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Core Shell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47552" y="4456244"/>
            <a:ext cx="1614031" cy="285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 input and interactive command mode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12408" y="1821775"/>
            <a:ext cx="3561170" cy="282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FF4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7 Core Modules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012408" y="2259608"/>
            <a:ext cx="3561170" cy="2188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File Manager</a:t>
            </a:r>
            <a:endParaRPr lang="en-US" sz="1300" dirty="0"/>
          </a:p>
          <a:p>
            <a:pPr algn="l" marL="264160" indent="-26416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Command Runner</a:t>
            </a:r>
            <a:endParaRPr lang="en-US" sz="1300" dirty="0"/>
          </a:p>
          <a:p>
            <a:pPr algn="l" marL="264160" indent="-26416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Notes Manager</a:t>
            </a:r>
            <a:endParaRPr lang="en-US" sz="1300" dirty="0"/>
          </a:p>
          <a:p>
            <a:pPr algn="l" marL="264160" indent="-26416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Calculator</a:t>
            </a:r>
            <a:endParaRPr lang="en-US" sz="1300" dirty="0"/>
          </a:p>
          <a:p>
            <a:pPr algn="l" marL="264160" indent="-26416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System Information</a:t>
            </a:r>
            <a:endParaRPr lang="en-US" sz="1300" dirty="0"/>
          </a:p>
          <a:p>
            <a:pPr algn="l" marL="264160" indent="-26416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Password Generator</a:t>
            </a:r>
            <a:endParaRPr lang="en-US" sz="1300" dirty="0"/>
          </a:p>
          <a:p>
            <a:pPr algn="l" marL="264160" indent="-26416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Interactive Command Mode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12408" y="4614485"/>
            <a:ext cx="3561170" cy="282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D9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Utilities &amp; Build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012408" y="5052318"/>
            <a:ext cx="3561170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UI (ANSI colors) · Logger · Validator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Modular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.c/.h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files · Makefile automation · GCC compilation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D152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2" y="458291"/>
            <a:ext cx="4455902" cy="59414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6254" y="975316"/>
            <a:ext cx="6371073" cy="3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Implementation &amp; Technical Competence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196254" y="1466751"/>
            <a:ext cx="6371073" cy="1052711"/>
          </a:xfrm>
          <a:prstGeom prst="roundRect">
            <a:avLst>
              <a:gd name="adj" fmla="val 1652"/>
            </a:avLst>
          </a:prstGeom>
          <a:solidFill>
            <a:srgbClr val="4D1529"/>
          </a:solidFill>
          <a:ln/>
        </p:spPr>
      </p:sp>
      <p:sp>
        <p:nvSpPr>
          <p:cNvPr id="6" name="Shape 3"/>
          <p:cNvSpPr/>
          <p:nvPr/>
        </p:nvSpPr>
        <p:spPr>
          <a:xfrm>
            <a:off x="5312138" y="1582638"/>
            <a:ext cx="347852" cy="347861"/>
          </a:xfrm>
          <a:prstGeom prst="ellipse">
            <a:avLst/>
          </a:prstGeom>
          <a:solidFill>
            <a:srgbClr val="FFB39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7783" y="1678285"/>
            <a:ext cx="156464" cy="156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12138" y="2005806"/>
            <a:ext cx="6139304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Core Techniques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12138" y="2244130"/>
            <a:ext cx="6139304" cy="15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Modular C programming, switch-case menu control, input validation loops, file I/O via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fopen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fprintf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196254" y="2594769"/>
            <a:ext cx="6371073" cy="1052711"/>
          </a:xfrm>
          <a:prstGeom prst="roundRect">
            <a:avLst>
              <a:gd name="adj" fmla="val 1652"/>
            </a:avLst>
          </a:prstGeom>
          <a:solidFill>
            <a:srgbClr val="4D1529"/>
          </a:solidFill>
          <a:ln/>
        </p:spPr>
      </p:sp>
      <p:sp>
        <p:nvSpPr>
          <p:cNvPr id="11" name="Shape 7"/>
          <p:cNvSpPr/>
          <p:nvPr/>
        </p:nvSpPr>
        <p:spPr>
          <a:xfrm>
            <a:off x="5312138" y="2710656"/>
            <a:ext cx="347852" cy="347861"/>
          </a:xfrm>
          <a:prstGeom prst="ellipse">
            <a:avLst/>
          </a:prstGeom>
          <a:solidFill>
            <a:srgbClr val="FFB3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7783" y="2806303"/>
            <a:ext cx="156464" cy="1564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12138" y="3133824"/>
            <a:ext cx="6139304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System Integration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12138" y="3372148"/>
            <a:ext cx="6139304" cy="15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Linux commands via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system()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random password generation, ANSI escape sequences for terminal UI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196254" y="3722787"/>
            <a:ext cx="6371073" cy="1046361"/>
          </a:xfrm>
          <a:prstGeom prst="roundRect">
            <a:avLst>
              <a:gd name="adj" fmla="val 1662"/>
            </a:avLst>
          </a:prstGeom>
          <a:solidFill>
            <a:srgbClr val="4D1529"/>
          </a:solidFill>
          <a:ln/>
        </p:spPr>
      </p:sp>
      <p:sp>
        <p:nvSpPr>
          <p:cNvPr id="16" name="Shape 11"/>
          <p:cNvSpPr/>
          <p:nvPr/>
        </p:nvSpPr>
        <p:spPr>
          <a:xfrm>
            <a:off x="5312138" y="3838674"/>
            <a:ext cx="347852" cy="347861"/>
          </a:xfrm>
          <a:prstGeom prst="ellipse">
            <a:avLst/>
          </a:prstGeom>
          <a:solidFill>
            <a:srgbClr val="FFB39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7783" y="3934321"/>
            <a:ext cx="156464" cy="1564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2138" y="4261842"/>
            <a:ext cx="6139304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Persistence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12138" y="4500166"/>
            <a:ext cx="6139304" cy="153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Text-file storage for notes; Makefile-driven compilation pipeline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196254" y="4844455"/>
            <a:ext cx="6371073" cy="1046361"/>
          </a:xfrm>
          <a:prstGeom prst="roundRect">
            <a:avLst>
              <a:gd name="adj" fmla="val 1662"/>
            </a:avLst>
          </a:prstGeom>
          <a:solidFill>
            <a:srgbClr val="4D1529"/>
          </a:solidFill>
          <a:ln/>
        </p:spPr>
      </p:sp>
      <p:sp>
        <p:nvSpPr>
          <p:cNvPr id="21" name="Shape 15"/>
          <p:cNvSpPr/>
          <p:nvPr/>
        </p:nvSpPr>
        <p:spPr>
          <a:xfrm>
            <a:off x="5312138" y="4960342"/>
            <a:ext cx="347852" cy="347861"/>
          </a:xfrm>
          <a:prstGeom prst="ellipse">
            <a:avLst/>
          </a:prstGeom>
          <a:solidFill>
            <a:srgbClr val="FFB39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07783" y="5055989"/>
            <a:ext cx="156464" cy="1564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12138" y="5383510"/>
            <a:ext cx="6139304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12138" y="5621834"/>
            <a:ext cx="6139304" cy="153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Division-by-zero validation, input bounds checking, file operation error detection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670743"/>
            <a:ext cx="10942959" cy="505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Features &amp; User Experience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1423888"/>
            <a:ext cx="977876" cy="977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68" y="2562920"/>
            <a:ext cx="2614845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📁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File Manager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4368" y="2892921"/>
            <a:ext cx="2614845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Create, delete, list, rename files directly from the menu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340" y="1423888"/>
            <a:ext cx="977975" cy="9779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00340" y="2563019"/>
            <a:ext cx="2614944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🖥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Command Runner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400340" y="2893020"/>
            <a:ext cx="2614944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Run 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with one keypress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411" y="1423888"/>
            <a:ext cx="977876" cy="977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76411" y="2562920"/>
            <a:ext cx="2614845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📝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Notes Manager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176411" y="2892921"/>
            <a:ext cx="2614845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Add, view, delete notes with persistent file-based storage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383" y="1423888"/>
            <a:ext cx="977975" cy="9779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52383" y="2563019"/>
            <a:ext cx="2614944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🧮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Calculator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952383" y="2893020"/>
            <a:ext cx="2614944" cy="67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Arithmetic operations with full input validation and edge-case handling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68" y="3824089"/>
            <a:ext cx="977876" cy="9779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4368" y="4963120"/>
            <a:ext cx="2614845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System Info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24368" y="5293122"/>
            <a:ext cx="2614845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User, directory, date, memory, and disk status at a glance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0340" y="3824089"/>
            <a:ext cx="977975" cy="97799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00340" y="4963220"/>
            <a:ext cx="2614944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Password Generator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3400340" y="5293221"/>
            <a:ext cx="2614944" cy="904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Custom-length alphanumeric passwords; 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Interactive Command Mode for direct Linux execution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983488"/>
            <a:ext cx="10942959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Testing, Accuracy &amp; Results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1888927"/>
            <a:ext cx="4747995" cy="3418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8050" y="1888927"/>
            <a:ext cx="2565534" cy="17218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84429" y="2009378"/>
            <a:ext cx="192678" cy="2408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477632" y="2531170"/>
            <a:ext cx="220637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FF4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14/14 Passed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477632" y="2943225"/>
            <a:ext cx="2206371" cy="487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All test cases passed across every module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8043" y="1888927"/>
            <a:ext cx="2565633" cy="17218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94422" y="2009378"/>
            <a:ext cx="192678" cy="2408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9187625" y="2531170"/>
            <a:ext cx="220647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File Operations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187625" y="2943225"/>
            <a:ext cx="2206471" cy="487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Create, delete, rename, list — all verified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8050" y="3755231"/>
            <a:ext cx="2565534" cy="19658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84429" y="3875683"/>
            <a:ext cx="192678" cy="2408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477632" y="4397474"/>
            <a:ext cx="220637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Edge Cases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6477632" y="4809530"/>
            <a:ext cx="2206371" cy="73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Division-by-zero caught; notes persistence confirmed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08043" y="3755231"/>
            <a:ext cx="2565633" cy="196582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194422" y="3875683"/>
            <a:ext cx="192678" cy="2408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9187625" y="4397474"/>
            <a:ext cx="220647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Command Execution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9187625" y="4809530"/>
            <a:ext cx="2206471" cy="487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All system calls tested across integrated modules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499622"/>
            <a:ext cx="10942959" cy="45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Innovation, Sustainability &amp; Social Utility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020" y="1209973"/>
            <a:ext cx="5041377" cy="504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6896" y="2387578"/>
            <a:ext cx="530678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D9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66896" y="2714091"/>
            <a:ext cx="5306781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7 Linux utilities unified in one lightweight app. Modular architecture enables easy maintenance and extension. Interactive Command Mode bridges ShellX with native Linux.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266896" y="3386413"/>
            <a:ext cx="530678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FF4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6896" y="3712926"/>
            <a:ext cx="5306781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Minimal resource footprint vs. GUI alternatives. Open-source-friendly C/Linux design. Extensible for ncurses UI, command history, file search, and process management.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66896" y="4385249"/>
            <a:ext cx="530678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Social Utility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66896" y="4711762"/>
            <a:ext cx="5306781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Beginner-friendly Linux learning tool. Single interface for common operations. Extensible for educational labs and Linux training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D152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6254" y="818685"/>
            <a:ext cx="6371073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Conclusion &amp; Future Scope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5196254" y="1712184"/>
            <a:ext cx="298968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FF4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Key Achievements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5196254" y="2224484"/>
            <a:ext cx="80266" cy="80268"/>
          </a:xfrm>
          <a:prstGeom prst="ellipse">
            <a:avLst/>
          </a:prstGeom>
          <a:solidFill>
            <a:srgbClr val="FFB393"/>
          </a:solidFill>
          <a:ln/>
        </p:spPr>
      </p:sp>
      <p:sp>
        <p:nvSpPr>
          <p:cNvPr id="7" name="Text 4"/>
          <p:cNvSpPr/>
          <p:nvPr/>
        </p:nvSpPr>
        <p:spPr>
          <a:xfrm>
            <a:off x="5420978" y="2136180"/>
            <a:ext cx="2764959" cy="487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✓ Modular C architecture &amp; 7 functional modules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196254" y="3001466"/>
            <a:ext cx="80266" cy="80268"/>
          </a:xfrm>
          <a:prstGeom prst="ellipse">
            <a:avLst/>
          </a:prstGeom>
          <a:solidFill>
            <a:srgbClr val="FFB393"/>
          </a:solidFill>
          <a:ln/>
        </p:spPr>
      </p:sp>
      <p:sp>
        <p:nvSpPr>
          <p:cNvPr id="9" name="Text 6"/>
          <p:cNvSpPr/>
          <p:nvPr/>
        </p:nvSpPr>
        <p:spPr>
          <a:xfrm>
            <a:off x="5420978" y="2913162"/>
            <a:ext cx="2764959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✓ Linux system integration via </a:t>
            </a:r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system()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96254" y="3797498"/>
            <a:ext cx="80266" cy="80268"/>
          </a:xfrm>
          <a:prstGeom prst="ellipse">
            <a:avLst/>
          </a:prstGeom>
          <a:solidFill>
            <a:srgbClr val="FFB393"/>
          </a:solidFill>
          <a:ln/>
        </p:spPr>
      </p:sp>
      <p:sp>
        <p:nvSpPr>
          <p:cNvPr id="11" name="Text 8"/>
          <p:cNvSpPr/>
          <p:nvPr/>
        </p:nvSpPr>
        <p:spPr>
          <a:xfrm>
            <a:off x="5420978" y="3709194"/>
            <a:ext cx="2764959" cy="487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✓ Persistent file-based notes &amp; terminal UI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96254" y="4574480"/>
            <a:ext cx="80266" cy="80268"/>
          </a:xfrm>
          <a:prstGeom prst="ellipse">
            <a:avLst/>
          </a:prstGeom>
          <a:solidFill>
            <a:srgbClr val="FFB393"/>
          </a:solidFill>
          <a:ln/>
        </p:spPr>
      </p:sp>
      <p:sp>
        <p:nvSpPr>
          <p:cNvPr id="13" name="Text 10"/>
          <p:cNvSpPr/>
          <p:nvPr/>
        </p:nvSpPr>
        <p:spPr>
          <a:xfrm>
            <a:off x="5420978" y="4486176"/>
            <a:ext cx="2764959" cy="487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✓ Full input validation, error handling &amp; 14/14 tests passed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83993" y="1712184"/>
            <a:ext cx="298968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D9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Impact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583993" y="2118122"/>
            <a:ext cx="2989684" cy="1219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Demonstrates C programming, Linux system interaction, modular design, and user-oriented terminal interfaces — combined into a practical educational toolkit.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583993" y="3488597"/>
            <a:ext cx="298968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D9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Future Scope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583993" y="3894534"/>
            <a:ext cx="2989684" cy="210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ncurses-based graphical terminal UI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Command history &amp; file/notes search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Process manager &amp; system dashboard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Additional Linux utility integrations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2026-10-08T04:04:58Z</dcterms:created>
  <dcterms:modified xsi:type="dcterms:W3CDTF">2026-10-08T04:04:58Z</dcterms:modified>
</cp:coreProperties>
</file>